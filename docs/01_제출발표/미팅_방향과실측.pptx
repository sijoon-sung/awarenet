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AwareNet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7EA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변경의 경위와 실험 계획 — 지도교수 미팅 자료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학습은 더 빠르게, 참여는 빠짐없이 — 기기마다 알맞은 학습량과 접속 경로를 정하는 연합학습 네트워크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충남대학교 AwareNet 팀  ·  2026. 09  ·  넷챌린지 시즌13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84248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84248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46504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변경의 이유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67128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 대역폭 할당의 한계점 4가지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자기상관성, 자원 편중에 따른 과적합, 공정성-속도 트레이드오프, 물리적 한계 실측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61188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611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374136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설계와 실험 결과, 향후 계획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79476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완료: 학습량 조절 −40% · 학습량×경로 공동 결정 −21% · 언어모델 실험 −29%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계획: 젯슨 실기기 → KOREN 실WAN (V100 VM 확보 완료)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5546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239512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239512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500176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논의드리고 싶은 사항 4가지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5422392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방향 · 과제명 변경 · 외부 멘토 의견 반영 · 설계 변경 서술 방식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 — 느린 기기가 학습에서 제외된다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배치 사례: 구글 Gboard(키보드 추천) · 병원 20곳 공동 진단 모델(EXAM) · 제약사 10곳 신약 개발(MELLODDY)</a:t>
            </a:r>
            <a:endParaRPr lang="en-US" sz="1300" dirty="0"/>
          </a:p>
        </p:txBody>
      </p:sp>
      <p:pic>
        <p:nvPicPr>
          <p:cNvPr id="5" name="Image 0" descr="C:\Users\win\Desktop\Koren_SDN\out\fig\final_04_문제상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35640" cy="39410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566928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넘기지 않고 함께 학습하는 방식(연합학습)에서, 마감을 넘긴 기기는 그 라운드에서 버려진다 — 누가 버려질지는 회선 경합의 운이 정하고, 느린 기관의 데이터는 계속 반영되지 못한다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목표 — 학습 트래픽을 위한 네트워크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과제명이 오해를 샀습니다: 일반 트래픽 제어 과제로 읽히지만, 처음부터 학습 트래픽이 대상이었습니다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과제명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“KOREN SDN 기반 AI 인지형 네트워크”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08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읽히는 방식: 일반 트래픽을 SDN 으로 배분하는 과제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외부 멘토도 이렇게 이해 (8/28 챌린저데이)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“배분 장치가 좋으면 왜 연합학습에만 쓰는가,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전체 네트워크에 적용하라”는 의견의 출발점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94960" cy="4206240"/>
          </a:xfrm>
          <a:prstGeom prst="roundRect">
            <a:avLst>
              <a:gd name="adj" fmla="val 1522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처음부터의 의도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학습이라는 특수한 트래픽을 아는 네트워크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154680"/>
            <a:ext cx="48463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트래픽: 내용이 1비트도 깨지면 안 됨 → 조절 수단은 전송 시점과 경로뿐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트래픽: 양을 줄여도 결과 품질이 점진적으로만 하락 → “얼마나 보낼지”라는 조절 수단이 추가로 생김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조절 수단을 실측 근거로 제어하는 것이 과제의 본질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설계 — 가치 기반 대역폭 할당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“가치 있는 데이터를 가진 참여자에게 대역폭을 더 준다” — 집행 계층은 실제 장비에서 검증을 완료했습니다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각 참여자의 데이터 가치를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loss 로 평가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977640" y="2286000"/>
            <a:ext cx="411480" cy="36576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443484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가치 순으로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대역폭을 배정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863840" y="2286000"/>
            <a:ext cx="411480" cy="365760"/>
          </a:xfrm>
          <a:prstGeom prst="rightArrow">
            <a:avLst/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1783080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49640" y="19202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게이트웨이 큐(HTB)가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비율을 집행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64240" cy="2194560"/>
          </a:xfrm>
          <a:prstGeom prst="roundRect">
            <a:avLst>
              <a:gd name="adj" fmla="val 2917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38862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 계층 검증 완료 — 중간보고서의 성과 (유효 자산)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3891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회선(45Mbps)에 흐름 3개를 경합시키고 큐 비율을 8 : 1 : 1 로 지정  →  실측 처리량 </a:t>
            </a:r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7.93 : 1.01 : 1.00</a:t>
            </a:r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(집행 정확도 96~100%)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“큐 정책으로 대역폭을 원하는 비율로 나눌 수 있다”는 검증 완료 — 문제는 장치가 아니라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적용할 수 있는 환경</a:t>
            </a:r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이었습니다 (다음 4장)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①  자기상관성 — 가치 평가의 피드백 루프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로 가치를 재면, 판정의 근거가 판정의 결과에 의해 움직입니다 — 가장 근본적인 문제였습니다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2918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21284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가 높다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“가치가 높다” 판정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69080" y="2651760"/>
            <a:ext cx="411480" cy="365760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0" y="2103120"/>
            <a:ext cx="329184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221284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대역폭을 더 받아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많이·더 먼저 학습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2651760"/>
            <a:ext cx="411480" cy="365760"/>
          </a:xfrm>
          <a:prstGeom prst="rightArrow">
            <a:avLst/>
          </a:prstGeom>
          <a:solidFill>
            <a:srgbClr val="B45309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2103120"/>
            <a:ext cx="3291840" cy="1463040"/>
          </a:xfrm>
          <a:prstGeom prst="roundRect">
            <a:avLst>
              <a:gd name="adj" fmla="val 4375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0" y="2212848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데이터에 익숙해져 loss 하락,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참여자의 loss 는 상대적 상승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886200"/>
            <a:ext cx="8869680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1247120" y="3566160"/>
            <a:ext cx="0" cy="32004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377440" y="3611880"/>
            <a:ext cx="0" cy="274320"/>
          </a:xfrm>
          <a:prstGeom prst="line">
            <a:avLst/>
          </a:prstGeom>
          <a:noFill/>
          <a:ln w="25400">
            <a:solidFill>
              <a:srgbClr val="B45309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56032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기준(loss)이 다시 처음으로 — 판정이 스스로 만든 결과를 근거로 삼는 피드백 루프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919472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치명적인가 — </a:t>
            </a:r>
            <a:pPr indent="0" marL="0">
              <a:buNone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순위가 안정되지 않아 배정이 진동하고, “누구에게 더 줄까”의 정답이 존재하지 않게 됩니다. </a:t>
            </a:r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편향 선택이 수렴점을 틀어지게 한다는 이론 결과도 있습니다 (Power-of-Choice 2020 — 24장 참고 문헌).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②  DiffServ 방식 우선순위 — 자원 편중과 과적합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총량이 고정이므로, 인터넷 QoS 의 DiffServ 처럼 등급 태그를 붙여 상위부터 채우는 방식을 시도했습니다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시도한 것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8463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등급 태그를 붙여 가치가 높은 순서대로 대역폭을 채움 (DiffServ 의 차등 서비스 개념)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태그의 근거는 loss 기반 가치 (앞 장의 평가)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자체는 큐 우선순위로 가능 — 집행 계층은 이미 검증됨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부딪힌 것 — 과적합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8463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등급 참여자에게 학습 기회가 편중 → 모델이 그 참여자의 데이터에 과잉 적응 (overfitting)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연합학습의 목적은 “모두의 데이터를 고루 반영” — 특정 참여자로의 편중은 목적 자체와 충돌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QoS 에서는 옳은 원리가, 학습에서는 편향 장치가 됨 — 학습은 “고른 반영”이 품질 조건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③  워터필링 도입 — 공정성과 속도의 트레이드오프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과적합을 막기 위해 모든 참여자에게 최소 몫을 보장하는 워터필링(max-min 공정성)을 일부 도입했습니다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498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8928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보장을 늘리면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8745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느린·낮은 가치 참여자에게도 대역폭이 가야 하므로 빠른 쪽이 대기 → 라운드 시간 증가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7498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8529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보장을 줄이면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8346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자원 편중으로 돌아가 과적합 재발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749808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813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중간을 찾으면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794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환경마다 최적점이 달라 튜닝 상수가 됨 — “상수 없는 설계” 원칙과 충돌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21040" y="1783080"/>
            <a:ext cx="3291840" cy="2816352"/>
          </a:xfrm>
          <a:prstGeom prst="roundRect">
            <a:avLst>
              <a:gd name="adj" fmla="val 2273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953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4231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속도와 공정성이 같은 자원(대역폭)을 두고 경합하는 트레이드오프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자원 안의 재분배로는 둘 다 얻을 수 없음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조절 대상을 바꿨습니다: 대역폭(총량 고정)이 아니라 학습량(줄여도 품질이 점진 하락)을 조절하면, 이 트레이드오프가 사라집니다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④  물리적 한계 — 실측과 조사로 확인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문제(①~③)와 별개로, 적용 환경 자체가 없다는 것이 실측·조사로 확인됐습니다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재분배 무효 (실측)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6974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회선 안에서 몫을 재분배해도 완료 시각 불변 — 32.0초 대 34.7초 (오차 범위).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현대 TCP 는 남는 대역폭을 놀리지 않아, 개입 전에 이미 물리 하한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78308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908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시점 조절 무효 (실측)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690872" y="26974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쪽을 당기지 못하고 빠른 쪽만 52% 지연 — 완료 시각은 그대로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1783080"/>
            <a:ext cx="352044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577072" y="2011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회선의 부재 (조사)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577072" y="269748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Gboard·EXAM(병원 20곳)·MELLODDY(제약 10곳) 전부, 참여자가 함께 쓰는 공용 회선이 없음 — 배분할 대상 자체가 없었음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가설을 세우고 → 실측하고 → 기각을 기록했습니다. 이 이력 자체가 과제의 산출물이라고 생각합니다.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변경 — 대역폭 할당에서 학습량·경로 조절로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624328" y="1554480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5A6B7A"/>
          </a:solidFill>
          <a:ln/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807208" y="155448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(중간보고서까지)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14616" y="1554480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97496" y="155448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(변경 후)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1920240" cy="676656"/>
          </a:xfrm>
          <a:prstGeom prst="roundRect">
            <a:avLst>
              <a:gd name="adj" fmla="val 9459"/>
            </a:avLst>
          </a:prstGeom>
          <a:solidFill>
            <a:srgbClr val="EEF1F4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2304288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조절 대상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24328" y="2304288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807208" y="230428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할당량 (총량 고정 → 트레이드오프)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14616" y="2304288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97496" y="230428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학습량(폭)과 접속 경로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054096"/>
            <a:ext cx="1920240" cy="676656"/>
          </a:xfrm>
          <a:prstGeom prst="roundRect">
            <a:avLst>
              <a:gd name="adj" fmla="val 9459"/>
            </a:avLst>
          </a:prstGeom>
          <a:solidFill>
            <a:srgbClr val="EEF1F4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3054096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624328" y="3054096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807208" y="305409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기반 가치 (자기상관성)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14616" y="3054096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397496" y="305409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실측만 — 계산·전송의 이동평균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3803904"/>
            <a:ext cx="1920240" cy="676656"/>
          </a:xfrm>
          <a:prstGeom prst="roundRect">
            <a:avLst>
              <a:gd name="adj" fmla="val 9459"/>
            </a:avLst>
          </a:prstGeom>
          <a:solidFill>
            <a:srgbClr val="EEF1F4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77240" y="3803904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역할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624328" y="3803904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2807208" y="3803904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대상 (VXLAN·큐 배분)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14616" y="3803904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397496" y="3803904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대상 + 접속 지점 선택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4553712"/>
            <a:ext cx="1920240" cy="676656"/>
          </a:xfrm>
          <a:prstGeom prst="roundRect">
            <a:avLst>
              <a:gd name="adj" fmla="val 9459"/>
            </a:avLst>
          </a:prstGeom>
          <a:solidFill>
            <a:srgbClr val="EEF1F4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4553712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624328" y="4553712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2807208" y="455371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보장을 섞을수록 느려짐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14616" y="4553712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397496" y="4553712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폭 25% — 아무도 배제하지 않음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303520"/>
            <a:ext cx="1920240" cy="676656"/>
          </a:xfrm>
          <a:prstGeom prst="roundRect">
            <a:avLst>
              <a:gd name="adj" fmla="val 9459"/>
            </a:avLst>
          </a:prstGeom>
          <a:solidFill>
            <a:srgbClr val="EEF1F4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777240" y="5303520"/>
            <a:ext cx="1554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624328" y="5303520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2807208" y="530352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등급·보장 수위 등 튜닝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14616" y="5303520"/>
            <a:ext cx="4480560" cy="676656"/>
          </a:xfrm>
          <a:prstGeom prst="roundRect">
            <a:avLst>
              <a:gd name="adj" fmla="val 945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397496" y="5303520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문턱 상수 0 — 중앙값×1.2, 계측 오차 10%만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SDN 개념의 재적용 — 중앙 제어부의 전역 관측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망을 구성하는 SDN 이 아니라, SDN 의 본질인 전역 관측과 중앙 결정을 학습 트래픽에 적용합니다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SDN 의 본질 (교과서 정의)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48463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평면과 데이터 평면의 분리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제어부(controller)가 망 전체의 상태를 한눈에 관측 (전역 관측)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근거로 규칙을 내려보냄 (프로그래머블 제어)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4114800"/>
          </a:xfrm>
          <a:prstGeom prst="roundRect">
            <a:avLst>
              <a:gd name="adj" fmla="val 1556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AwareNet 의 대응 — 같은 원리, 다른 대상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8463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결정(컨트롤러)과 학습(기기)의 분리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컨트롤러가 모든 기기의 계산·전송 속도를 실측으로 한눈에 관측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관측을 근거로 역할을 내려보냄 — 전체 폭 / 축소 폭 / 다른 경로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속도(라운드 시간)와 학습 상황(배제 0)이 함께 개선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망을 구성하는 SDN 이 아니라, 망 전체를 관측해 제어하는 SDN — 과제명의 SDN 은 이 의미로 유지됩니다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 — 측정 · 결정 · 집행의 폐루프</a:t>
            </a:r>
            <a:endParaRPr lang="en-US" sz="2600" dirty="0"/>
          </a:p>
        </p:txBody>
      </p:sp>
      <p:pic>
        <p:nvPicPr>
          <p:cNvPr id="4" name="Image 0" descr="C:\Users\win\Desktop\Koren_SDN\out\fig\final_01_아키텍처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417320"/>
            <a:ext cx="9098280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 ① — 모델 분할과 학습량(폭)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기기는 모델 앞부분만 계산해 중간 결과를 올리고(분할 학습), 느린 기기는 층의 일부 폭만 학습합니다 (Ordered Dropout)</a:t>
            </a:r>
            <a:endParaRPr lang="en-US" sz="1300" dirty="0"/>
          </a:p>
        </p:txBody>
      </p:sp>
      <p:pic>
        <p:nvPicPr>
          <p:cNvPr id="5" name="Image 0" descr="C:\Users\win\Desktop\Koren_SDN\out\fig\final_02_분할과폭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645920"/>
            <a:ext cx="9875520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개념 ② — 컨트롤러의 결정 순서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판단은 실측에서 출발합니다 — 문턱 상수 없이, 기준선은 참가자 중앙값의 1.2배</a:t>
            </a:r>
            <a:endParaRPr lang="en-US" sz="1300" dirty="0"/>
          </a:p>
        </p:txBody>
      </p:sp>
      <p:pic>
        <p:nvPicPr>
          <p:cNvPr id="5" name="Image 0" descr="C:\Users\win\Desktop\Koren_SDN\out\fig\final_03_결정순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10972800" cy="33649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349240"/>
            <a:ext cx="1097280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 — 여유 있는 접속 경로가 있으면 이동 (정확도 손실 없음, 이득이 계측 오차 10%를 넘고 2라운드 연속일 때만)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 — 경로로 부족하면 그 기기의 학습량(폭)만 한 단계 축소 · 최소 폭 25% 보장 (배제 없음)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설계 — 학습량(폭)과 접속 경로의 공동 결정</a:t>
            </a:r>
            <a:endParaRPr lang="en-US" sz="2600" dirty="0"/>
          </a:p>
        </p:txBody>
      </p:sp>
      <p:pic>
        <p:nvPicPr>
          <p:cNvPr id="4" name="Image 0" descr="C:\Users\win\Desktop\Koren_SDN\out\fig\final_07_두손잡이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17320"/>
            <a:ext cx="93726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 요약 — 완료 항목 (재현 스크립트 포함)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−40%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조절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이질 환경 라운드 시간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4대, 회선 20~80Mbps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56432" y="173736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93592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−21%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학습량×경로 공동 결정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병목이 심한 환경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93592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손실 0 — 경로 이동만으로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64224" y="173736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01384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−29%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01384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 실험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 업로드 구간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0.5B 모델 3기관, 실소켓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72016" y="1737360"/>
            <a:ext cx="2606040" cy="3017520"/>
          </a:xfrm>
          <a:prstGeom prst="roundRect">
            <a:avLst>
              <a:gd name="adj" fmla="val 2456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09176" y="19659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2~3%p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409176" y="29718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오차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(계획 대비 실측)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09176" y="3886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CNN 실험 3% · 언어모델 실험 2%p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120640"/>
            <a:ext cx="1088136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안정성: 성능 차이가 없는 환경에서는 개입 0회 (2회 실측으로 확인)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정확도 도달 시간(time-to-accuracy): 병목 환경에서 20% 도달 304초 → 179초 (−41%)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공동 결정 — 동작 실측 결과</a:t>
            </a:r>
            <a:endParaRPr lang="en-US" sz="2600" dirty="0"/>
          </a:p>
        </p:txBody>
      </p:sp>
      <p:pic>
        <p:nvPicPr>
          <p:cNvPr id="4" name="Image 0" descr="C:\Users\win\Desktop\Koren_SDN\out\fig\final_06_온라인판단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789920" cy="4069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5715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기기를 빠른 경로에 배치하고 시작 → 첫 측정 후 1대만 이동, 이후 안정 (진동 없음) — 병목이 심할수록 개선 폭이 커짐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 실험 — 3개 기관 연합과 경로 조절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0.5B 언어모델을 3개 기관이 나눠 학습 — 데이터는 안 움직이고 어댑터(35MB)만 실제 소켓으로 왕복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공유 검증 (동일 채점 기준)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42316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7F9F8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97280" y="249631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모델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9631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49631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전 — 알 수 없는 사실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68680" y="342900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7F9F8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097280" y="350215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기관 단독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50215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35021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데이터만 학습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4754880" cy="841248"/>
          </a:xfrm>
          <a:prstGeom prst="roundRect">
            <a:avLst>
              <a:gd name="adj" fmla="val 7609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97280" y="450799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기관 연합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507992"/>
            <a:ext cx="822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71%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50799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서로의 지식이 전달됨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조절 실측 (어댑터 트래픽)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377440"/>
            <a:ext cx="48463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기준(전원 40Mbps 경로) 업로드 구간 20.5초 → 공동 결정(1대를 20Mbps 로 분산) 14.7초 (−29%)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33% 대 실측 31% — 오차 2%p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확인: 이득이 정확히 0인 환경에서는 6라운드 내내 개입하지 않음 (안정성) / 예측-실측 불일치가 테스트베드 결함(수신 직렬화)을 발견해 수정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의미: CNN(활성값)과 언어모델(어댑터) — 성질이 다른 두 트래픽에서 같은 규칙이 동작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알고리즘의 신뢰성 — 3단계 검증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실장비 실험 전에, 결정 알고리즘 자체를 검증했습니다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110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 테스트 10종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892808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성능이 같으면 이동 없음 · 명확한 이득이면 1대만 이동 · 차이가 작으면 유지 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 경로 배정 기기는 학습량 축소 — 규칙별 테스트 등록, 전부 통과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68680" y="32826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시뮬레이션 1000회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264408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 수·경로·속도를 난수로 생성한 시나리오 1000개 + 측정 잡음 ±10%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규칙 위반 0건 (진동·과잉 이동·성능 악화 없음), 예측 개선 중앙값 +30%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5385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4654296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과정에서 발견·수정한 결함 2건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636008"/>
            <a:ext cx="7498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잡음 1회에 반응하는 문제 → 같은 결정이 2라운드 연속일 때만 적용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진동 1건 발견 → 원래 경로로 복귀하는 이동은 3라운드 연속 요구 (상수 추가 없음)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시뮬레이션이 실장비 실험보다 먼저 결함을 발견했습니다 — 실제 WAN 에서 발생했다면 원인 규명이 어려웠을 문제들입니다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계획 — 관련 연구의 표준 검증 절차 4단계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FjORD 는 ①만, PiPar·FedAdapt 는 ②③, FEDn 은 ④ — 한 논문이 모두 수행하지는 않는 절차를 순서대로 수행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5681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5681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5623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난수 시뮬레이션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1837944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1000회 실행, 규칙 위반 0건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0" y="20574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03580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3580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93522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제어(tc) 테스트베드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916936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−40% · 경로 −21% · 언어모델 −29%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0" y="3136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11480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401421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실기기 (젯슨)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3995928"/>
            <a:ext cx="5577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연산이 실제로 느린 기기에서 학습량 축소 경향 재현 — PC 2대 + 젯슨 1대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42153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20056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5399532"/>
            <a:ext cx="566928" cy="5669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399532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5093208"/>
            <a:ext cx="26517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실WAN (KOREN)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5074920"/>
            <a:ext cx="55778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K-W1 사전 진단의 실WAN 검증 (판교 VM — 즉시 가능)  ·  K-W2 학습량 조절 재현 (실제 회선이 다른 기기들)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K-W3 접속 지점 배정 — 집계 서버 2곳(판교 VM + HPC V100) 중 선택을 학습량과 함께 결정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55001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V100 VM 확보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기준(사전 등록): 실제 WAN 에서는 수치 일치가 아니라 경향 재현을 확인 — 느린 기기만 학습량이 줄고 라운드 시간이 단축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연합학습의 역할 — 현재는 검증 플랫폼, 기법은 범용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미팅에서 설명이 부족했던 부분을 정리했습니다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현재: 검증 플랫폼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23160"/>
            <a:ext cx="48463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연합학습은 “기기마다 속도가 다르고, 트래픽이 라운드 경계마다 집중되는” 조건을 실제로 만들어 주는 환경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환경에서 측정 → 결정 → 집행 절차를 실측으로 검증 완료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4023360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20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같은 기법이 닿는 곳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23160"/>
            <a:ext cx="48463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학습 — 활성값 트래픽 (CNN 실험에서 동작 확인)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언어모델 — 어댑터 트래픽 (−29% 실측)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서버에 데이터를 모으면 더 빠를 수 있으나, 데이터가 나갈 수 없는 전제(병원·제약)에서는 이 방식뿐 — 증명 목표는 범용성 (다음 장)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범용성 — 어떤 트래픽까지 적용 가능한가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“모든 트래픽”이 아니라, “양을 줄여도 품질이 점진적으로 떨어지는 트래픽”이라는 분류 전체에 적용됩니다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22376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가능 — 품질이 점진 하락하는 트래픽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77440"/>
            <a:ext cx="658368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학습 전반 — 성질이 다른 두 트래픽(활성값·어댑터)에서 이미 같은 규칙이 동작함을 실측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스트리밍 — 화질을 낮춰도 시청은 됨. 유튜브·넷플릭스의 적응형 화질(ABR)이 같은 원리의 상용 선례 → “양 조절 수단이 실재한다”의 가장 강한 증거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센서·관측 데이터 — 샘플링 주기를 낮춰도 관측은 유지됨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92440" y="1691640"/>
            <a:ext cx="3520440" cy="4114800"/>
          </a:xfrm>
          <a:prstGeom prst="roundRect">
            <a:avLst>
              <a:gd name="adj" fmla="val 1818"/>
            </a:avLst>
          </a:prstGeom>
          <a:solidFill>
            <a:srgbClr val="FDF3E7"/>
          </a:solidFill>
          <a:ln w="1524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3667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불가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237744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전송·금융 거래 등 내용이 1비트도 깨지면 안 되는 트래픽 —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원리적으로 불가하며,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이는 한계가 아니라 분류 기준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정리: 일반 네트워크 전체로의 확장은 표준 기술(QoS)의 재확인이 되므로 하지 않되, “양을 줄일 수 있는 트래픽” 분류에 대한 범용성은 실측으로 증명한다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질문과 준비된 답변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642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모델을 주고받는 것인가?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2996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절대 안 움직입니다. CNN 실험: 기기는 모델 앞부분만 계산해 중간 결과(활성값)를 올림. 언어모델 실험: 어댑터(전체 파라미터의 1% 미만, 35MB)만 오가고, 라운드마다 서버가 평균해 돌려줌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14553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loss 로 가치를 나눈다면, loss 는 누가 계산하나?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11296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설계는 기각했습니다 (자기상관성 — 6장). 현재는 가치 판단 자체가 없고, 시간 실측(계산·전송)만으로 결정합니다. 굳이 한다면 각 기기가 로컬로 계산해 보고하는 방식(Oort 계열)이 표준이나, 피드백 루프 문제로 채택하지 않았습니다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517136"/>
            <a:ext cx="11064240" cy="132588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462686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Q. 그럼 컨트롤러는 무엇을 아는가?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99262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기기별 계산 시간·전송 시간·업로드 크기(전부 실측 이동평균) — 데이터 내용은 전혀 모릅니다. 시작 전 0.8초의 사전 진단으로 첫 라운드부터 배정이 이루어집니다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문헌 — 설계 변경과 현행 설계의 근거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4241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4편은 기각한 설계의 근거, 오른쪽 4편은 현행 설계의 근거입니다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572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기각한 설계의 근거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DiffServ (RFC 2475, 1998)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95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태그 기반 차등 서비스 — 우선순위 시도의 원형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136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Kelly, Rate control (1998)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대역폭 배분 공정성(비례 공정)의 고전 — 워터필링의 이론 배경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23944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2153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Oort (OSDI 2021)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53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loss×시간 효용으로 참여자 선택 — loss 기반 가치 평가의 대표 연구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202936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52943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Power-of-Choice (2020)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632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loss 편향 선택은 빨라지지만 수렴점이 틀어짐을 증명 — 과적합 우려의 이론 근거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1572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설계의 근거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1965960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20574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FjORD (NeurIPS 2021)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957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폭(Ordered Dropout)의 원조 — 본 과제는 실측 기반 배정으로 확장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3044952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92240" y="3136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PiPar (JPDC 2024)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3474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분할학습 파이프라이닝 — 실험 방법론의 참조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123944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92240" y="421538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FedAdapt (IoT FL)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55371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라즈베리파이·젯슨 실기기 실험 — 3단계(젯슨) 계획의 관행 근거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63640" y="5202936"/>
            <a:ext cx="539496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92240" y="52943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FEDn (2021)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63270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4개 지역 실WAN 연합학습 — 4단계(KOREN) 계획의 관행 근거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논의드리고 싶은 사항 — 4가지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19656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19656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691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방향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673352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 조절(폭·언어모델)을 본체로 유지할지, 축소할지 — 팀 의견은 본체 유지 (새로움이 학습 쪽에 있음)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90088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" y="299008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286207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843784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“KOREN SDN 기반”과 현 방향의 거리 — 변경 신청(다음 장 문안)할지, SDN 접점을 강화해 유지할지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41064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16052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4160520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03250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멘토 의견 반영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014216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“일반 네트워크로 넓혀라” 의견에 대한 반영 기록 — 준비한 문안(22장 범용성 논리)이 심사에서 충분한지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" y="5330952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" y="5330952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5202936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변경 서술 방식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5184648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가설 → 실측 → 기각의 이력을 보고서에 정면으로 쓰는 방식에 대한 의견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 변경안과 사유 문안 (준비된 초안)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4667"/>
            </a:avLst>
          </a:prstGeom>
          <a:solidFill>
            <a:srgbClr val="F2F7F6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7627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AwareNet — 학습은 더 빠르게, 참여는 빠짐없이: 기기마다 알맞은 학습량과 접속 경로를 정하는 연합학습 네트워크 (KOREN 실측 기반)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5240">
            <a:solidFill>
              <a:srgbClr val="C9D2D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34015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사유 문안 (신청서용)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“본 과제는 당초 KOREN 의 SDN 제어 기능을 활용해 회선을 측정·제어하는 것을 계획하였습니다. 그러나 수행 과정에서 현실적인 제약으로 해당 기능(L2VPN 개통, T-SDN OpenAPI 등)을 제공받기 어렵다는 것을 확인하였습니다. 이에 OVS(Open vSwitch)로 가상 경로를 직접 구성해 SDN 제어를 대신하는 방안도 검토하였으나, 이는 저희가 만든 가상 환경 안에서만 성립하고 실제 운영 환경으로 이어질 수 없다고 판단하여 채택하지 않았습니다. 이에 따라 과제의 초점을 연합학습의 학습 환경 — 학습 트래픽의 측정과 기기별 학습량·접속 경로의 조절 — 으로 옮겼습니다. SDN 의 개념이 사라진 것은 아니며, 중앙 제어부가 망 전체를 관측해 기기의 접속 지점을 바꾸는 재접속의 형태로 이어집니다. 이러한 변경 내용을 과제명에 반영하여 정정하고자 합니다.”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77840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D2D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절차: ① 사무국에 변경 가능 여부 확인 (선행) ② 가능 시 위 문안으로 신청 ③ 불가 시 등록명 유지 + 표지에 부제로 병기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D2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24333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82880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81051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 대역폭 할당 — 자기상관성·과적합·공정성 트레이드오프·물리적 한계로 중단 (전 과정 기록)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27404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0632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D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304495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학습량(폭)과 접속 경로를 실측 기반으로 공동 결정 — 학습량 −40% · 경로 −21% · 언어모델 −29%, 예측 오차 2~3%p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24333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429768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B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4279392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젯슨 실기기 → KOREN 실WAN (V100 확보) — 그리고 오늘, 연구 방향의 확정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3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저장소의 재현 명령으로 다시 얻을 수 있습니다 — 예상과 다르게 나오면 다르게 나온 대로 보고합니다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2026-09-02T08:17:09Z</dcterms:created>
  <dcterms:modified xsi:type="dcterms:W3CDTF">2026-09-02T08:17:09Z</dcterms:modified>
</cp:coreProperties>
</file>