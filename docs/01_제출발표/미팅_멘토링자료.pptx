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AwareNet — 지도교수 멘토링 자료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7EA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여기까지 온 과정   ② 정한 것과 과제명   ③ 여쭙는 질문 5가지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FB6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 기기도 빼지 않으면서, 함께 배우는 속도는 더 빠르게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충남대학교 AwareNet 팀 · 2026. 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여기까지 온 과정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 — 연합학습의 느린 참여자 문제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기관이 데이터를 넘기지 않고 하나의 모델을 함께 학습한다 (구글 키보드, 병원 공동 진단, 신약 개발)</a:t>
            </a:r>
            <a:endParaRPr lang="en-US" sz="1250" dirty="0"/>
          </a:p>
        </p:txBody>
      </p:sp>
      <p:pic>
        <p:nvPicPr>
          <p:cNvPr id="6" name="Image 0" descr="C:\Users\win\Desktop\Koren_SDN\out\fig\final_04_문제상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629"/>
            <a:ext cx="11064240" cy="40056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56692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한 라운드씩 같이 가므로 가장 느린 기기가 전체 속도를 정한다 → 시간 안에 못 온 기기는 제외 → 반복 제외되면 그 데이터는 모델에 반영되지 않는다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여기까지 온 과정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 온 과정 한눈에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번의 한계점을 거쳐 방향을 바꿨고, 지금은 다섯 번째 단계에 있습니다</a:t>
            </a:r>
            <a:endParaRPr lang="en-US" sz="1250" dirty="0"/>
          </a:p>
        </p:txBody>
      </p:sp>
      <p:pic>
        <p:nvPicPr>
          <p:cNvPr id="6" name="Image 0" descr="C:\Users\win\Desktop\Koren_SDN\out\fig\mt_01_여정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5436"/>
            <a:ext cx="11064240" cy="3607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54864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흐름: 망을 조작한다 → 참여자를 고른다 → (관점 전환) 학습량을 조절한다 → 경로를 더한다 → 두 수단을 하나의 결정으로 묶는다 (진행 중)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여기까지 온 과정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접근 — 네트워크를 조작한다 (배분층)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4264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 가치 있는 기기에 회선 몫을 더 주면 완료 시각이 당겨질 것으로 예상했다 — 효과는 경합이 있을 때만 난다고 보고, 경합 수준을 바꿔 가며 검증할 계획이었다</a:t>
            </a:r>
            <a:endParaRPr lang="en-US" sz="1250" dirty="0"/>
          </a:p>
        </p:txBody>
      </p:sp>
      <p:pic>
        <p:nvPicPr>
          <p:cNvPr id="8" name="Image 0" descr="C:\Users\win\Desktop\Koren_SDN\out\fig\mt_02_배분층한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995" y="2011680"/>
            <a:ext cx="9009529" cy="3063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68680" y="5212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검증의 수위: 재배분 실측은 1회이고 정적 배분 구현이라, TCP 대비 우위를 보이지도 반증하지도 못했다 (경합 없는 단일 회선에서는 TCP가 완료 시각 하한에 닿는다는 이론과는 부합)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KOREN에서 SDN 기능을 받기 어려웠고, 가상 대안(OVS)은 실환경으로 이어지지 않았다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5989320"/>
            <a:ext cx="11064240" cy="457200"/>
          </a:xfrm>
          <a:prstGeom prst="roundRect">
            <a:avLst>
              <a:gd name="adj" fmla="val 14000"/>
            </a:avLst>
          </a:prstGeom>
          <a:solidFill>
            <a:srgbClr val="FDF3E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68680" y="5989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배분층이 틀린 것이 아니라, 이 과제의 환경에서는 효과를 보일 조건이 성립하지 않아 접었다 — 경합이 있는 망이라면 여전히 유효할 수 있다 (향후 과제)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여기까지 온 과정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접근 — 참여자를 고른다 (선별층)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4264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801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속도·공정성 점수로 매 라운드 참여자를 고르고, 모든 기기가 일정 기간 안에 한 번은 반영되도록 보장한다</a:t>
            </a:r>
            <a:endParaRPr lang="en-US" sz="1300" dirty="0"/>
          </a:p>
        </p:txBody>
      </p:sp>
      <p:pic>
        <p:nvPicPr>
          <p:cNvPr id="8" name="Image 0" descr="C:\Users\win\Desktop\Koren_SDN\out\fig\mt_03_선별층한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66327"/>
            <a:ext cx="6766560" cy="32739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0" y="2057400"/>
            <a:ext cx="411480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26680" y="21762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26680" y="2560320"/>
            <a:ext cx="3657600" cy="530352"/>
          </a:xfrm>
          <a:prstGeom prst="roundRect">
            <a:avLst>
              <a:gd name="adj" fmla="val 12069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863840" y="256032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학습이 진행될수록 기기별 정확도(손실)가 수렴한다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30723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726680" y="3236976"/>
            <a:ext cx="3657600" cy="530352"/>
          </a:xfrm>
          <a:prstGeom prst="roundRect">
            <a:avLst>
              <a:gd name="adj" fmla="val 12069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863840" y="323697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차이가 의미를 잃는다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3749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26680" y="3913632"/>
            <a:ext cx="3657600" cy="530352"/>
          </a:xfrm>
          <a:prstGeom prst="roundRect">
            <a:avLst>
              <a:gd name="adj" fmla="val 12069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863840" y="39136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차이로 참여자를 바꾸는 결정만 늘어난다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44256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26680" y="4590288"/>
            <a:ext cx="3657600" cy="530352"/>
          </a:xfrm>
          <a:prstGeom prst="roundRect">
            <a:avLst>
              <a:gd name="adj" fmla="val 12069"/>
            </a:avLst>
          </a:prstGeom>
          <a:solidFill>
            <a:srgbClr val="FDF3E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863840" y="459028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결정이 결과로 이어지지 않는다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선별 방법(Oort)과 비교해도 우위가 신뢰구간이 겹치는 수준이었고, 장치가 늘수록 참여 불평등과 모델 불안정이 커질 여지가 드러났다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11667"/>
            </a:avLst>
          </a:prstGeom>
          <a:solidFill>
            <a:srgbClr val="FDF3E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68680" y="58521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어떻게 고르든 "느린 기기를 버리는 장치"의 변형이라, 원하는 결과(빠지는 기기 없이 빨라지는 것)로 이어지지 않았다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여기까지 온 과정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전환 — 망을 조정하는 대신 학습량을 조절한다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접근에서 얻은 원리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66420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총량이 정해진 자원을 다시 나누는 것은 완료 시각을 당기지 못한다 → 수요를 줄이거나 용량을 키워야 한다</a:t>
            </a:r>
            <a:endParaRPr lang="en-US" sz="1300" dirty="0"/>
          </a:p>
        </p:txBody>
      </p:sp>
      <p:pic>
        <p:nvPicPr>
          <p:cNvPr id="8" name="Image 0" descr="C:\Users\win\Desktop\Koren_SDN\out\fig\final_01_아키텍처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93813"/>
            <a:ext cx="7315200" cy="391629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138160" y="2286000"/>
            <a:ext cx="3520440" cy="39319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366760" y="2423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채택한 것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278892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FjORD의 Ordered Dropout — 느린 기기는 모델의 앞쪽 일부만 학습한다 (학습 폭)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분할학습 — 모델 앞부분은 기기가, 뒷부분은 서버가 계산한다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컨트롤러는 SDN 컨트롤러처럼 기기의 연산 능력·출구·네트워크 상태를 한눈에 보고 기기별 학습량을 정한다 (AwareNet이라는 이름의 뜻)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여기까지 온 과정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 조절의 원리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앞뒤로 나누고, 느린 기기는 앞쪽 일부만 — 항상 앞쪽부터 쓰므로 적게 해도 그 몫이 전체 모델에 반영된다</a:t>
            </a:r>
            <a:endParaRPr lang="en-US" sz="1250" dirty="0"/>
          </a:p>
        </p:txBody>
      </p:sp>
      <p:pic>
        <p:nvPicPr>
          <p:cNvPr id="6" name="Image 0" descr="C:\Users\win\Desktop\Koren_SDN\out\fig\final_02_분할과폭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506" y="1554480"/>
            <a:ext cx="988850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여기까지 온 과정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 조절이 해결한 것과 남긴 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114800" cy="448056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해결한 것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87452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 기기를 빼지 않고 전체 시간을 줄였다 (예비 실험, 임의 조건)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회선이 갑자기 나빠져도 다음 라운드에 학습량을 낮춰 따라간다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언어모델(LoRA 어댑터) 학습에서도 같은 방식이 동작했다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1325880"/>
            <a:ext cx="672084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12064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 — 네트워크가 원인인 느림</a:t>
            </a:r>
            <a:endParaRPr lang="en-US" sz="1250" dirty="0"/>
          </a:p>
        </p:txBody>
      </p:sp>
      <p:pic>
        <p:nvPicPr>
          <p:cNvPr id="10" name="Image 0" descr="C:\Users\win\Desktop\Koren_SDN\out\fig\mt_10_남은문제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268471"/>
            <a:ext cx="6446520" cy="305257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2727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68680" y="58978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 축소는 정확도 대가가 있어 마지막 수단이다 → "대가가 없는 수단부터" 차례로 쓴다는 원칙이 여기서 나왔다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여기까지 온 과정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 접근 — 경로: 접속 지점 변경 + 분할 전송</a:t>
            </a:r>
            <a:endParaRPr lang="en-US" sz="2500" dirty="0"/>
          </a:p>
        </p:txBody>
      </p:sp>
      <p:pic>
        <p:nvPicPr>
          <p:cNvPr id="5" name="Image 0" descr="C:\Users\win\Desktop\Koren_SDN\out\fig\final_08_분할전송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95955"/>
            <a:ext cx="7223760" cy="30260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0" y="1325880"/>
            <a:ext cx="3611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75320" y="1444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지점 변경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17830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서버가 여러 곳이면, 붐비는 곳에서 한가한 곳으로 옮긴다. 학습은 그대로, 시간만 절약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46720" y="3200400"/>
            <a:ext cx="3611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75320" y="3319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전송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3657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TCP의 멀티패스(MPTCP) 아이디어. 업로드를 조각 단위로 나눠 두 출구로 동시에 보내고 서버가 재조립한다. 출구가 2개인 기기(이중화 회선, 유선+무선)는 병목을 우회한다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52120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상태: 둘 다 구현했고, 로컬 회선(회선 에뮬레이션)에서 동작을 확인했다 (예비)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전송은 기기가 스스로 판단하며 대가가 없다. 접속 지점 변경은 서버가 정하며 옮기는 비용이 있다 (질문 3)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여기까지 온 과정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현재의 한계점 — 두 시스템이 상호보완적이지 않다</a:t>
            </a:r>
            <a:endParaRPr lang="en-US" sz="2500" dirty="0"/>
          </a:p>
        </p:txBody>
      </p:sp>
      <p:pic>
        <p:nvPicPr>
          <p:cNvPr id="5" name="Image 0" descr="C:\Users\win\Desktop\Koren_SDN\out\fig\final_07_두손잡이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5620"/>
            <a:ext cx="6035040" cy="32980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0" y="1325880"/>
            <a:ext cx="480060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086600" y="14630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"두 개를 붙인 것"으로 보이나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1828800"/>
            <a:ext cx="4434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 조절과 경로 조정은 각각 따로 동작할 수 있고, 정보 공유 없이 따로 결정하기 때문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따로 풀면 틀린다는 것을 관측했다: 경로만 놓고 최적이던 배정이, 학습량을 함께 조절하자 뒤집혔다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서로의 입력을 서로가 바꾼다 — 연계가 필요한데, 지금은 그 연계가 약하다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846320"/>
            <a:ext cx="11064240" cy="1508760"/>
          </a:xfrm>
          <a:prstGeom prst="roundRect">
            <a:avLst>
              <a:gd name="adj" fmla="val 4242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68680" y="4965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53035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실질적인 조건을 공유하거나, 정보를 긴밀하게 연결해 종합적으로 판단하는 하나의 결정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 중: 하나의 목적식(목표 정확도 도달 총 시간)으로 함께 푸는 정식화 + 교대 최적화(표준 방법) → 질문 2·5의 배경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여기까지 온 과정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만든 것과 앞으로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수치는 저희가 임의로 만든 조건의 예비 결과라, 참고로만 봐 주십시오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9496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6459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것 (동작 확인)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574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기반으로 학습량·접속 지점을 정하는 컨트롤러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옮기는 비용과 이득을 저울질해 함부로 움직이지 않게 하는 판단 (경제성 모델)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전송 (실제 회선에서 동작 확인)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언어모델에서도 같은 방식이 동작 (세 기관 지식 공유)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94960" cy="3017520"/>
          </a:xfrm>
          <a:prstGeom prst="roundRect">
            <a:avLst>
              <a:gd name="adj" fmla="val 2121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16459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(실증)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0574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기기(젯슨 포함)에서 확인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KOREN 실망에서 확인 — V100 서버 확보 완료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있는 조건으로 실험을 다시 설계 (질문 1·4)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수단을 하나의 결정으로 묶는 정식화 마무리 (질문 2)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단계 — 어디까지 왔나</a:t>
            </a:r>
            <a:endParaRPr lang="en-US" sz="1250" dirty="0"/>
          </a:p>
        </p:txBody>
      </p:sp>
      <p:pic>
        <p:nvPicPr>
          <p:cNvPr id="13" name="Image 0" descr="C:\Users\win\Desktop\Koren_SDN\out\fig\mt_11_검증단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724" y="4983480"/>
            <a:ext cx="753407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정한 것과 과제명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정한 것.  연구 방향 — 두 축: 학습량 조절 + 접속 경로·분할 전송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417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확정: 두 축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학습 — 기기마다 학습량을 정하는 조절   ② 네트워크 — 접속 경로(접속 지점)의 결정과 TCP 멀티패스 방식의 분할 전송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6675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멘토는 "일반 네트워크로 넓히라"고 했습니다. 그런데 일반 트래픽으로 넓히면 이미 있는 기술(QoS, 슬라이싱)의 재확인이 됩니다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"양을 줄여도 품질이 조금씩만 떨어지는 트래픽"이라는 범위에서는 넓게 쓸 수 있음을 보이려 합니다 (영상 화질 자동 조절이 같은 원리)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 주장 후보: ① 실측만으로 하는 온라인 공동 결정의 안정성 ② CNN·언어모델 두 종류에서 같은 규칙 ③ 실망 4단계 검증</a:t>
            </a:r>
            <a:endParaRPr lang="en-US" sz="1200" dirty="0"/>
          </a:p>
        </p:txBody>
      </p:sp>
      <p:pic>
        <p:nvPicPr>
          <p:cNvPr id="9" name="Image 0" descr="C:\Users\win\Desktop\Koren_SDN\out\fig\mt_09_범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330035"/>
            <a:ext cx="3840480" cy="297517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68680" y="54406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네트워크 전반으로의 확장은 향후 여지로만 남깁니다 (여쭙는 것이 있다면: 두 축 중 중심 주장을 어디에 둘지)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정한 것과 과제명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과제명 변경 — 어느 이름으로 할지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846320" cy="914400"/>
          </a:xfrm>
          <a:prstGeom prst="roundRect">
            <a:avLst>
              <a:gd name="adj" fmla="val 7000"/>
            </a:avLst>
          </a:prstGeom>
          <a:solidFill>
            <a:srgbClr val="FDF3E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원래: KOREN SDN 기반 AI 인지형 동적 네트워크 플랫폼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(SDN으로 회선 제어 — KOREN SDN 기능 필요)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766560" y="1280160"/>
            <a:ext cx="4846320" cy="914400"/>
          </a:xfrm>
          <a:prstGeom prst="roundRect">
            <a:avLst>
              <a:gd name="adj" fmla="val 7000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03720" y="1280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지금: 망은 재기만 하고, 학습량과 접속 지점을 정한다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(SDN은 "접속 지점을 정해 주는" 형태로 이어짐)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2450592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450592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경로 및 AI 학습량 동적 제어를 통한 데이터 손실 최소화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92608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도메인을 연합학습으로 한정하지 않음 — 학습량 조절과 네트워크(게이트웨이 병목 개선)를 앞세움. 약점: 일반 분할학습에서는 느린 노드에 굳이 연산을 맡기지 않으므로 이 문제는 참여자를 고를 수 없는 연합학습에서 주로 성립 — 넓게 잡으면 문제가 약해 보일 수 있음. "데이터 손실"은 패킷 손실로 읽힐 수 있어 손볼 필요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4005072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4005072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학습은 더 빠르게, 참여는 빠짐없이: 기기마다 알맞은 학습량과 접속 경로를 정하는 연합학습 네트워크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448056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연합학습으로 못을 박고, 도메인 확장은 향후 발전 계획으로 명시 — 연합학습 자체에 초점. 길지만 효과와 동작이 그대로 읽힘. 약점: 길고, 네트워크 과제로서의 정체성이 뒤에 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8680" y="5486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여쭙는 것: 도메인을 한정하지 않는 A안과 연합학습으로 못 박는 B안 중 어느 쪽이 나은지. 절차는 사무국 확인 → 신청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· 질문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여쭙는 질문 — 5가지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방향과 실험 방법에 관한 것만 남겼습니다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46504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746504"/>
            <a:ext cx="969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655064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조건을 어떻게 정할 것인가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655064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병목의 위치 · 기기 성능 모사 · 게이트웨이 대역폭 — 조건이 결과를 정한다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679192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679192"/>
            <a:ext cx="969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587752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학습량과 경로를 하나의 문제로 푸는 정식화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587752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"기능 두 개 붙인 것" 지적에 대한 답이 되는지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65576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611880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3611880"/>
            <a:ext cx="969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52044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수단 — 분할 전송이 주력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520440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경로는 배치가 정한다 — 성립 조건을 어떻게 제시하고, 접속 지점은 한 곳으로 둘지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398264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544568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4544568"/>
            <a:ext cx="969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453128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규모와 편차·변동을 어떻게 정할까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453128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대로, 기기·네트워크 편차는 무엇으로, 연산 능력을 변하게 할지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330952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5477256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5477256"/>
            <a:ext cx="969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5385816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켜기/끄기 대신 조건을 정밀하게 모델링해야 할까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5385816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결정론으로 충분한지, 확률 모델이 필요한 지점이 있는지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· 질문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1.  실험 조건을 어떻게 정할 것인가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417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2801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방식의 효과는 실험 조건에 크게 좌우됩니다. 병목의 위치, 기기 성능 차이, 회선 대역폭에 따라 개선 폭이 달라지고, 조건을 유리하게 잡으면 결과는 좋게 나올 수밖에 없습니다. 예비 실험은 임의로 정한 값에서 한 것이라 근거가 약합니다</a:t>
            </a:r>
            <a:endParaRPr lang="en-US" sz="1200" dirty="0"/>
          </a:p>
        </p:txBody>
      </p:sp>
      <p:pic>
        <p:nvPicPr>
          <p:cNvPr id="8" name="Image 0" descr="C:\Users\win\Desktop\Koren_SDN\out\fig\mt_04_조건민감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5684704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92240" y="2194560"/>
            <a:ext cx="512064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20840" y="2304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정해야 할 것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2651760"/>
            <a:ext cx="4709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병목의 위치 — 기기 연산 / 기기별 접속 회선 / 서버 앞 공유 구간. 본 방식은 회선 병목에서 효과가 나고, 연산 병목에서는 학습량 축소만 듣는다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성능의 모사 — 실기기는 PC·V100 서버·젯슨 3종. 나머지는 지금까지 FedScale 논문의 실측 분포를 따랐다. 그대로 쓸지, 실기기 3종을 기준점으로 사이를 채울지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 회선 대역폭 — 넉넉하면 어느 방식이나 같고, 좁으면 본 방식이 유리하게 나온다. 값의 근거: KOREN 실측 / 공개 측정 데이터 / 기기 수 대비 비율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51480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여쭙는 것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2194560" y="51206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조건에 따라 결과가 달라지는 실험을 어떻게 보여야 하는가 — 저희 생각: (가) 조건을 범위로 훑어 효과가 나는 구간과 사라지는 구간을 함께 보인다 (나) 값의 출처를 실측·공개 데이터로 고정해 실험 전에 등록한다 (다) 변동이 없는 조건에서는 개입 0회로 기존과 같음을 보인다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가지로 충분한지, 다른 정석이 있는지 · 비교 대상을 아무 조절 없음 / 처음 한 번만 재고 고정 두 가지로 두는 것이 맞는지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· 질문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2.  학습량과 경로를 하나의 문제로 푸는 정식화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417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2801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10장의 한계점 그대로입니다. 따로 결정하면 틀린다는 것은 관측했지만, 그것을 하나의 문제로 서술하는 정식화가 필요합니다</a:t>
            </a:r>
            <a:endParaRPr lang="en-US" sz="1200" dirty="0"/>
          </a:p>
        </p:txBody>
      </p:sp>
      <p:pic>
        <p:nvPicPr>
          <p:cNvPr id="8" name="Image 0" descr="C:\Users\win\Desktop\Koren_SDN\out\fig\mt_05_정식화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5457917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92240" y="2194560"/>
            <a:ext cx="512064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20840" y="2304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생각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2651760"/>
            <a:ext cx="4709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목적식 하나 = (목표 정확도 도달 라운드 수) × (라운드당 시간) + 이동 비용. 학습량이 세 곳에 들어가고 접속 지점의 실효 대역이 다른 기기의 학습량에 의존하므로 분리해서 풀 수 없다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해법은 교대 최적화 — 무선 연합학습의 수렴 시간 최소화 계열, 분할학습의 절단층×자원 배분 계열이 쓰는 표준 방법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후보: 학습량×접속 지점이라는 변수 조합, 채널 상태를 가정하지 않고 실측만으로 하는 온라인 결정, 실망 검증 — 학술 발표가 아니라 대회 심사의 차별점 수준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재료: 학습량별 도달 라운드 수를 적합할 데이터가 부족해 전용 예비 실험이 필요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51480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여쭙는 것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2194560" y="51206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정식화가 "단순 결합" 지적에 충분한 답인지 · 도달 라운드 수를 이론 없이 실측 적합으로 넣어도 되는지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차별점을 세 후보 중 어디에 두어야 하는지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· 질문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3.  경로 수단 — 분할 전송이 주력, 두 번째 경로의 성립 조건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417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2801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주력은 분할 전송(TCP 멀티패스 방식: 업로드를 조각으로 나눠 두 출구로 보내고, 먼저 한가해진 출구가 다음 조각을 가져감)입니다. 접속 지점 변경은 조각 전부를 다른 접속 지점으로 보내는 특수한 경우라 완전히 다른 수단은 아닙니다</a:t>
            </a:r>
            <a:endParaRPr lang="en-US" sz="1200" dirty="0"/>
          </a:p>
        </p:txBody>
      </p:sp>
      <p:pic>
        <p:nvPicPr>
          <p:cNvPr id="8" name="Image 0" descr="C:\Users\win\Desktop\Koren_SDN\out\fig\mt_06_접속지점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5457917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92240" y="2194560"/>
            <a:ext cx="512064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20840" y="2304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2651760"/>
            <a:ext cx="4709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성립하려면 두 번째 출구(또는 접속 지점)가 실제로 있어야 하고 한가한 쪽이 조각을 가져가야 한다 — 배치가 정하는 것이라 우리가 강제할 수 없다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실증에서는 우리가 두 경로를 만들어 둔다(회선 에뮬레이션, 두 호스트) → "직접 만든 조건"이라는 지적을 받을 수 있다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경로가 다른 서버로 가면 서버 간 동기화 비용이 생긴다 — 라운드 시간의 상당 부분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성립하는 배치: 이중화 회선·유선+무선 기기, 집계 서버를 여러 지역에 두는 운영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51480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여쭙는 것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2194560" y="51206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성립 조건(출구 2개인 기기, 접속 지점이 여러 곳인 배치)을 어떻게 제시해야 하는지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지점은 한 곳으로 두고 출구만 둘로 할지 · 동기화 비용까지 식에 넣고 다른 접속 지점으로도 조각을 보낼지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· 질문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4.  실증 규모와 편차·변동을 어떻게 정할까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417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2801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실학습은 8대까지(예비). 결정 루프 100대는 완전탐색이 불가능해 근사가 필요합니다. 기기 성능 분포와 네트워크 분포는 임의로 정한 상태이고, 많은 연구는 기기 성능을 고정으로 봅니다</a:t>
            </a:r>
            <a:endParaRPr lang="en-US" sz="1200" dirty="0"/>
          </a:p>
        </p:txBody>
      </p:sp>
      <p:pic>
        <p:nvPicPr>
          <p:cNvPr id="8" name="Image 0" descr="C:\Users\win\Desktop\Koren_SDN\out\fig\mt_07_규모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5713030" cy="2788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92240" y="2194560"/>
            <a:ext cx="512064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20840" y="23042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265176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편차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651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KOREN 실측(상단)과 공개 측정 데이터(하단). 변동 패턴은 저희 장기 로그의 자기상관 특성을 재현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3401568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 능력 변동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340156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기본은 고정(논문 관행과 일치, 저희 관측도 변동 작음). 변동(젯슨 전력 모드·배경 부하)은 부가 실험으로 따로 봄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4151376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가정 방어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415137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망은 변한다(장기 로그의 자기상관, 급락 실험). 변동이 없으면 개입 0회로 정적과 같아져 손해가 없다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68680" y="5230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여쭙는 것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2194560" y="52120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 목표선과 두 호스트 분산의 인정 가능성 · 편차를 정하는 방식(3계층 기준점 + 공개 분포)이 타당한지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"성능은 고정인데 계속 잴 필요가 있나"에 대한 방어가 충분한지 · 망 변동은 어느 기간에 무슨 지표로 보여야 하는지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· 질문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5.  "켠다/끈다" 대신 조건을 정밀하게 모델링해야 할까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417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2801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판단이 "조건이 맞으면 켠다"입니다(분할 전송 등). 그런데 대개 켜는 것이 낫고, 정말 필요한 것은 얼마나 이득인지를 조건으로 정밀하게 계산해 항상 최적을 고르는 것으로 보입니다. 접속 지점 이동은 이미 규칙에서 비용 대 이득 계산으로 바꿨고 더 깔끔해졌습니다</a:t>
            </a:r>
            <a:endParaRPr lang="en-US" sz="1200" dirty="0"/>
          </a:p>
        </p:txBody>
      </p:sp>
      <p:pic>
        <p:nvPicPr>
          <p:cNvPr id="8" name="Image 0" descr="C:\Users\win\Desktop\Koren_SDN\out\fig\mt_08_정밀모델링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5578601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92240" y="2194560"/>
            <a:ext cx="512064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20840" y="2304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생각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2651760"/>
            <a:ext cx="4709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결정론(기대값 + 계측 오차 여유)으로 시작하는 것이 설명 가능성과 검증 부담 면에서 낫다고 본다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잡음이 큰 항(무선 출구 속도, 남은 라운드 추정)은 분포로 다루면 판단이 더 정밀해질 여지가 있다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2의 목적식에 각 수단의 이득을 연속량으로 넣으면 "켠다/끈다"가 사라지고 항상 최적을 계산하는 구조가 된다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51480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여쭙는 것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2194560" y="51206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수단의 이득을 하나의 목적식에 연속량으로 넣는 결정론 모델로 충분한지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불확실성을 분포로 다루는 확률 모델이 필요한 지점이 있는지 · 있다면 어느 수단부터 적용하는 것이 적절한지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정하고 싶은 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10515600" cy="749808"/>
          </a:xfrm>
          <a:prstGeom prst="roundRect">
            <a:avLst>
              <a:gd name="adj" fmla="val 7317"/>
            </a:avLst>
          </a:prstGeom>
          <a:solidFill>
            <a:srgbClr val="2433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97510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D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975104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축(학습량 조절 · 접속 경로/분할 전송)으로 확정 (보고) — 중심 주장은 무엇으로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10515600" cy="749808"/>
          </a:xfrm>
          <a:prstGeom prst="roundRect">
            <a:avLst>
              <a:gd name="adj" fmla="val 7317"/>
            </a:avLst>
          </a:prstGeom>
          <a:solidFill>
            <a:srgbClr val="2433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88950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D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과제명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889504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도메인을 한정하지 않는 A안 / 연합학습으로 못 박는 B안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10515600" cy="749808"/>
          </a:xfrm>
          <a:prstGeom prst="roundRect">
            <a:avLst>
              <a:gd name="adj" fmla="val 7317"/>
            </a:avLst>
          </a:prstGeom>
          <a:solidFill>
            <a:srgbClr val="2433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80390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D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3803904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무엇과 비교해 어떤 조건·규모로 보여줄지 (질문 1·4)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663440"/>
            <a:ext cx="10515600" cy="749808"/>
          </a:xfrm>
          <a:prstGeom prst="roundRect">
            <a:avLst>
              <a:gd name="adj" fmla="val 7317"/>
            </a:avLst>
          </a:prstGeom>
          <a:solidFill>
            <a:srgbClr val="2433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71830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D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4718304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수단을 하나로 묶는 정식화, 경로 수단의 성립 조건, 정밀 모델링의 범위 (질문 2·3·5)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자세한 근거: 통합 설계서 · 미팅 질문지 · 최종보고서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2026-09-02T13:10:58Z</dcterms:created>
  <dcterms:modified xsi:type="dcterms:W3CDTF">2026-09-02T13:10:58Z</dcterms:modified>
</cp:coreProperties>
</file>